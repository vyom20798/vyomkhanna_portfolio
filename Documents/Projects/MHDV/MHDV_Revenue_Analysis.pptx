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Revenue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Analysis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274320" y="2651760"/>
            <a:ext cx="5029200" cy="36576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788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Frasers Hospitality  |  Malmaison  |  Hotel du Vin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3154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Interview Task  |  Revenue, Rooms &amp; Forecast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749040"/>
            <a:ext cx="20116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4297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3749040"/>
            <a:ext cx="20116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68880" y="4297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749040"/>
            <a:ext cx="20116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£89.34M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4297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OTB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3749040"/>
            <a:ext cx="2011680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3794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28.84%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4297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Gap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of this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FRASERS HOSPITALITY  |  Malmaison  |  Hotel du Vin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60120"/>
            <a:ext cx="45720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51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014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2893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dataset: Hotel, Date and Revenue tables across 10 hotels in 3 Norwegian cities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45920"/>
            <a:ext cx="45720" cy="59436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37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17007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19751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modelling approach, DAX measures built, SQL queries and Power BI design decisions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85953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31720"/>
            <a:ext cx="45720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23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2386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Performance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6609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OTB vs Forecast analysis, ADR by hotel, occupancy rates and revenue by city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85953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17520"/>
            <a:ext cx="45720" cy="59436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108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3467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gaps by hotel and day of week, trend analysis Jan 2025 to Dec 2026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703320"/>
            <a:ext cx="85953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03320"/>
            <a:ext cx="45720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794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3758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0325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findings that drive business decisions across the portfolio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389120"/>
            <a:ext cx="85953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389120"/>
            <a:ext cx="45720" cy="59436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4805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05840" y="4443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71830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next steps based on the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tables, 10 hotels, 3 cities, Jan 2025 to Dec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FRASERS HOSPITALITY  |  Malmaison  |  Hotel du Vin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2743200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27432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Table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2468880" cy="27432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2763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hotels across 3 Norwegian cities: Oslo (4), Bergen (3), Stavanger (2). Fields: HotelCode, HotelName, City, Capacity. Used as the dimension table for hotel-level analysis.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005840"/>
            <a:ext cx="2743200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005840"/>
            <a:ext cx="274320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15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Table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1508760"/>
            <a:ext cx="2468880" cy="27432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62763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calendar Jan 2025 to Dec 2026. Fields: Date, DOW, Month, Year. Enables time intelligence, day-of-week variance analysis and month-level filtering.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743200" cy="374904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005840"/>
            <a:ext cx="27432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115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Table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2468880" cy="27432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627632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revenue records per hotel. Fields: HotelCode, Date, RoomsOTB, RoomsFcst, RevenueOTB, RevenueFcst. Fact table joined to Hotel and Date on HotelCode and Date.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800600"/>
            <a:ext cx="8686800" cy="201168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1888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Schema: Revenue (fact) joined to Hotel on HotelCode (Many-to-One) and Date on Date (Many-to-One)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 was modelled, measured and visualised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FRASERS HOSPITALITY  |  Malmaison  |  Hotel du Vin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 Built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0233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081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Rate OTB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DIVIDE([Revenue_OTB],[Rooms_OTB],0)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40233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110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Rate Fcst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0939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DIVIDE([Revenue_Fcst],[Rooms_Fcst],0)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40233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14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5968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DIVIDE([Rooms_OTB],[Capacity],0)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40233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16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Gap 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0998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DIVIDE([Rev_Fcst]-[Rev_OTB],[Rev_Fcst],0)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40233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198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Difference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60273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[Revenue_Fcst] - [Revenue_OTB]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886200"/>
            <a:ext cx="4023360" cy="43891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227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 Difference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1056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[Rooms_Fcst] - [Rooms_OTB]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Design Decisions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371600"/>
            <a:ext cx="420624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371600"/>
            <a:ext cx="45720" cy="77724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4447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Pages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1719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 Hotel Performance Overview (rates, trends, city split). Page 2: Variance and Operational Analysis (DOW, gaps, matrix).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240280"/>
            <a:ext cx="420624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240280"/>
            <a:ext cx="45720" cy="77724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3134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2587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HotelName, City, Year, Month and DOW on both pages for consistent self-service filtering.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108960"/>
            <a:ext cx="420624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108960"/>
            <a:ext cx="45720" cy="77724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1821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Scheme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456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Frasers gold (#C9A96E) and Malmaison pink (#E91E8C) on dark background to match brand identity.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977640"/>
            <a:ext cx="4206240" cy="77724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977640"/>
            <a:ext cx="45720" cy="77724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0507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Gap 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4325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as a prominent KPI card to surface the 28.84% OTB vs Forecast gap immediately on landing.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Queries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analytical queries answering the task questions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FRASERS HOSPITALITY  |  Malmaison  |  Hotel du Vin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8686800" cy="1207008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87552"/>
            <a:ext cx="45720" cy="1207008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607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Average Daily Rate by Hotel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1353312"/>
            <a:ext cx="82296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8988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h.HotelCode, ROUND(SUM(r.RevenueOTB) / NULLIF(SUM(r.RoomsOTB),0), 2) AS Avg_Daily_Rate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Revenue r JOIN Hotel h ON r.HotelCode = h.HotelCode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h.HotelCode ORDER BY Avg_Daily_Rate DESC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2313432"/>
            <a:ext cx="8686800" cy="1207008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313432"/>
            <a:ext cx="45720" cy="1207008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3865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Monthly Rooms and Revenue Jan-Nov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679192"/>
            <a:ext cx="82296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157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h.HotelName, d.Month, SUM(r.RoomsOTB) AS Total_Rooms, SUM(r.RevenueOTB) AS Total_Revenue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Revenue r JOIN Hotel h ON r.HotelCode = h.HotelCode JOIN Date d ON r.Date = d.Date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d.Year = 2025 AND d.Month NOT IN ('Dec') GROUP BY h.HotelName, d.Month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" y="3639312"/>
            <a:ext cx="8686800" cy="1207008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639312"/>
            <a:ext cx="45720" cy="1207008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7124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Forecast vs OTB Difference by Hotel and DOW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4005072"/>
            <a:ext cx="8229600" cy="749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4164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h.HotelName, d.DOW,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SUM(r.RoomsFcst - r.RoomsOTB) AS Rooms_Diff,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SUM(r.RevenueFcst - r.RevenueOTB) AS Revenue_Diff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Revenue r JOIN Hotel h ON r.HotelCode = h.HotelCode JOIN Date d ON r.Date = d.Date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d.Year = 2025 AND d.Month != 'Dec' GROUP BY h.HotelName, d.DOW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tells us about the portfolio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FRASERS HOSPITALITY  |  Malmaison  |  Hotel du Vin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20624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420624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1338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28.84% Revenue Gap vs Forecast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OTB is £89.34M against a forecast of £125.55M — a £36.2M shortfall. The gap is driven by volume not rate, as OTB and Forecast ADR are virtually identical at £200 across the portfolio.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20624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005840"/>
            <a:ext cx="420624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11338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Orange Dominates Revenue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536192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Orange generates 22% of total OTB revenue at £20M, the highest of any single property. It also commands the highest ADR at £256, 38% above the portfolio average.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420624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926080"/>
            <a:ext cx="420624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30540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Stavanger Outperforms on ADR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456432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having only 2 hotels, Stavanger generates 46.3% of total city revenue at £41M, driven by Hotel Orange. Bergen has 3 hotels but generates only 25.6% of total revenue.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206240" cy="173736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926080"/>
            <a:ext cx="420624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49240" y="30540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Weekdays Drive Revenue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456432"/>
            <a:ext cx="3913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and Wednesday generate the most revenue variance at £5.4M and £5.3M respectively. Saturday is the weakest day at £4.8M, suggesting a corporate-heavy demand profile across the portfolio.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&amp; 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proposals based on the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109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FRASERS HOSPITALITY  |  Malmaison  |  Hotel du Vin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987552"/>
            <a:ext cx="8686800" cy="71323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987552"/>
            <a:ext cx="45720" cy="713232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2471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6112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£36.2M Forecast Gap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3898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in volume not rate. The revenue management team should review pick-up pace by hotel to identify which properties are furthest behind forecast and adjust promotional activity accordingly.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792224"/>
            <a:ext cx="8686800" cy="71323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792224"/>
            <a:ext cx="45720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938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96112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Hotel Yellow Pricing Strategy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21945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Yellow has the lowest ADR at £109, less than half of Hotel Orange. If this is not intentional positioning, there may be an opportunity to review rate strategy for this property.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596896"/>
            <a:ext cx="8686800" cy="71323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596896"/>
            <a:ext cx="45720" cy="713232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3405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6112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Weekend Demand Strategy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" y="29992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 is consistently the weakest day across the portfolio. A leisure-focused weekend package or targeted marketing push could improve Saturday occupancy and reduce the weekday dependence.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3401568"/>
            <a:ext cx="8686800" cy="71323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401568"/>
            <a:ext cx="45720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3872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96112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Live Data for Automated Refresh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38039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model uses static data. Connecting to a live source via Power BI Service would enable automatic refresh and allow the revenue team to monitor pick-up in real time.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4206240"/>
            <a:ext cx="8686800" cy="713232"/>
          </a:xfrm>
          <a:prstGeom prst="rect">
            <a:avLst/>
          </a:prstGeom>
          <a:solidFill>
            <a:srgbClr val="2A2A2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4206240"/>
            <a:ext cx="45720" cy="713232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4340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96112" y="4297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Drill-Through Pages by Hotel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6112" y="46085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drill-through page showing full detail for a single hotel including daily pick-up, pace vs last year and ADR trends would allow revenue managers to self-serve deeper analysis.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2A2A2A"/>
          </a:solidFill>
          <a:ln w="19050">
            <a:solidFill>
              <a:srgbClr val="C9A9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answer any questions on the data, methodology or dashboard design.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06040"/>
            <a:ext cx="7315200" cy="36576"/>
          </a:xfrm>
          <a:prstGeom prst="rect">
            <a:avLst/>
          </a:prstGeom>
          <a:solidFill>
            <a:srgbClr val="E91E8C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834640"/>
            <a:ext cx="164592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2834640"/>
            <a:ext cx="164592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34640" y="3429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164592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£89.34M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3429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OTB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92240" y="2834640"/>
            <a:ext cx="1645920" cy="1051560"/>
          </a:xfrm>
          <a:prstGeom prst="rect">
            <a:avLst/>
          </a:prstGeom>
          <a:solidFill>
            <a:srgbClr val="2A2A2A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3429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Gap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480060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Vyom Khanna  |  Data Analyst Interview Task  |  Frasers Hospitality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Revenue Analysis - Frasers Hospitality</dc:title>
  <dc:subject>PptxGenJS Presentation</dc:subject>
  <dc:creator>PptxGenJS</dc:creator>
  <cp:lastModifiedBy>PptxGenJS</cp:lastModifiedBy>
  <cp:revision>1</cp:revision>
  <dcterms:created xsi:type="dcterms:W3CDTF">2026-03-27T20:08:27Z</dcterms:created>
  <dcterms:modified xsi:type="dcterms:W3CDTF">2026-03-27T20:08:27Z</dcterms:modified>
</cp:coreProperties>
</file>